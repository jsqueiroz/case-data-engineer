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3"/>
  </p:notesMasterIdLst>
  <p:handoutMasterIdLst>
    <p:handoutMasterId r:id="rId14"/>
  </p:handoutMasterIdLst>
  <p:sldIdLst>
    <p:sldId id="257" r:id="rId5"/>
    <p:sldId id="268" r:id="rId6"/>
    <p:sldId id="267" r:id="rId7"/>
    <p:sldId id="269" r:id="rId8"/>
    <p:sldId id="270" r:id="rId9"/>
    <p:sldId id="271" r:id="rId10"/>
    <p:sldId id="272" r:id="rId11"/>
    <p:sldId id="273" r:id="rId12"/>
  </p:sldIdLst>
  <p:sldSz cx="12188825" cy="6858000"/>
  <p:notesSz cx="6858000" cy="9144000"/>
  <p:defaultTextStyle>
    <a:defPPr rtl="0">
      <a:defRPr lang="pt-br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5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94404"/>
    <a:srgbClr val="5F6F0F"/>
    <a:srgbClr val="718412"/>
    <a:srgbClr val="65741A"/>
    <a:srgbClr val="70811D"/>
    <a:srgbClr val="7B8D1F"/>
    <a:srgbClr val="839721"/>
    <a:srgbClr val="95AB25"/>
    <a:srgbClr val="BC5500"/>
    <a:srgbClr val="C45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>
      <p:cViewPr varScale="1">
        <p:scale>
          <a:sx n="82" d="100"/>
          <a:sy n="82" d="100"/>
        </p:scale>
        <p:origin x="720" y="72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NAINA QUEIROZ" userId="fcee9519ca22d020" providerId="LiveId" clId="{21C65158-613F-48D5-BFAE-141B2A41EAA5}"/>
    <pc:docChg chg="custSel modSld">
      <pc:chgData name="JANAINA QUEIROZ" userId="fcee9519ca22d020" providerId="LiveId" clId="{21C65158-613F-48D5-BFAE-141B2A41EAA5}" dt="2026-07-02T16:52:09.826" v="43" actId="6549"/>
      <pc:docMkLst>
        <pc:docMk/>
      </pc:docMkLst>
      <pc:sldChg chg="modSp mod">
        <pc:chgData name="JANAINA QUEIROZ" userId="fcee9519ca22d020" providerId="LiveId" clId="{21C65158-613F-48D5-BFAE-141B2A41EAA5}" dt="2026-07-02T16:52:09.826" v="43" actId="6549"/>
        <pc:sldMkLst>
          <pc:docMk/>
          <pc:sldMk cId="1332291891" sldId="257"/>
        </pc:sldMkLst>
        <pc:spChg chg="mod">
          <ac:chgData name="JANAINA QUEIROZ" userId="fcee9519ca22d020" providerId="LiveId" clId="{21C65158-613F-48D5-BFAE-141B2A41EAA5}" dt="2026-07-02T16:52:09.826" v="43" actId="6549"/>
          <ac:spMkLst>
            <pc:docMk/>
            <pc:sldMk cId="1332291891" sldId="257"/>
            <ac:spMk id="5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rtl="0"/>
            <a:endParaRPr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rtl="0"/>
            <a:r>
              <a:rPr lang="en-US"/>
              <a:t>01/08/2016</a:t>
            </a:r>
            <a:endParaRPr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rtl="0"/>
            <a:endParaRPr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rtl="0"/>
            <a:fld id="{79429053-DC2A-4342-ADD4-2FD729D91E2C}" type="slidenum">
              <a:r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320457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rtl="0"/>
            <a:endParaRPr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rtl="0"/>
            <a:r>
              <a:rPr lang="en-US"/>
              <a:t>01/08/2016</a:t>
            </a:r>
            <a:endParaRPr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t>Clique para editar o texto Mestre</a:t>
            </a:r>
          </a:p>
          <a:p>
            <a:pPr lvl="1" rtl="0"/>
            <a:r>
              <a:t>Segundo nível</a:t>
            </a:r>
          </a:p>
          <a:p>
            <a:pPr lvl="2" rtl="0"/>
            <a:r>
              <a:t>Terceiro nível</a:t>
            </a:r>
          </a:p>
          <a:p>
            <a:pPr lvl="3" rtl="0"/>
            <a:r>
              <a:t>Quarto nível</a:t>
            </a:r>
          </a:p>
          <a:p>
            <a:pPr lvl="4" rtl="0"/>
            <a:r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rtl="0"/>
            <a:endParaRPr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rtl="0"/>
            <a:fld id="{3EBA5BD7-F043-4D1B-AA17-CD412FC534DE}" type="slidenum">
              <a:r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6705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4" name="Espaço Reservado para Número do Slide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3EBA5BD7-F043-4D1B-AA17-CD412FC534D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2290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C832D8-B5B5-C73F-F897-8ECF79BEC0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>
            <a:extLst>
              <a:ext uri="{FF2B5EF4-FFF2-40B4-BE49-F238E27FC236}">
                <a16:creationId xmlns:a16="http://schemas.microsoft.com/office/drawing/2014/main" id="{FD0831AD-80B6-217D-16C0-6EB845763C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AB0B8A3D-349F-2B10-EA82-F76714C054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4" name="Espaço Reservado para Número do Slide 3">
            <a:extLst>
              <a:ext uri="{FF2B5EF4-FFF2-40B4-BE49-F238E27FC236}">
                <a16:creationId xmlns:a16="http://schemas.microsoft.com/office/drawing/2014/main" id="{FF501D71-5996-BC99-4AD0-847D40395C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3EBA5BD7-F043-4D1B-AA17-CD412FC534D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3433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ABF3D5-4E4A-A912-E10B-7E2D7458C5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>
            <a:extLst>
              <a:ext uri="{FF2B5EF4-FFF2-40B4-BE49-F238E27FC236}">
                <a16:creationId xmlns:a16="http://schemas.microsoft.com/office/drawing/2014/main" id="{98609BDD-2F8D-D5F6-A8F1-2FC1ADBAEE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B4EAC76C-A64F-84F9-C581-E575CFDB6C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4" name="Espaço Reservado para Número do Slide 3">
            <a:extLst>
              <a:ext uri="{FF2B5EF4-FFF2-40B4-BE49-F238E27FC236}">
                <a16:creationId xmlns:a16="http://schemas.microsoft.com/office/drawing/2014/main" id="{5334510E-2D13-1673-60DC-9665A51ABE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3EBA5BD7-F043-4D1B-AA17-CD412FC534D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10250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EFE37C-6D83-3ED0-4F56-6340F1226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>
            <a:extLst>
              <a:ext uri="{FF2B5EF4-FFF2-40B4-BE49-F238E27FC236}">
                <a16:creationId xmlns:a16="http://schemas.microsoft.com/office/drawing/2014/main" id="{1FD745B0-275A-51D1-F7C7-248A43FAD7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F02B2A81-B41F-F239-6D23-16CB30B65E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4" name="Espaço Reservado para Número do Slide 3">
            <a:extLst>
              <a:ext uri="{FF2B5EF4-FFF2-40B4-BE49-F238E27FC236}">
                <a16:creationId xmlns:a16="http://schemas.microsoft.com/office/drawing/2014/main" id="{86650E24-E97D-C34F-1504-EFD8EE74133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3EBA5BD7-F043-4D1B-AA17-CD412FC534D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2643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diagonai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4" name="Conector Reto 13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" name="Conector Reto 16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" name="Conector Reto 18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2" name="linhas inferiores"/>
          <p:cNvGrpSpPr/>
          <p:nvPr/>
        </p:nvGrpSpPr>
        <p:grpSpPr>
          <a:xfrm>
            <a:off x="-8916" y="6057149"/>
            <a:ext cx="5498726" cy="820207"/>
            <a:chOff x="-6689" y="4553748"/>
            <a:chExt cx="4125119" cy="615155"/>
          </a:xfrm>
        </p:grpSpPr>
        <p:sp>
          <p:nvSpPr>
            <p:cNvPr id="9" name="Forma Livre 8"/>
            <p:cNvSpPr/>
            <p:nvPr/>
          </p:nvSpPr>
          <p:spPr>
            <a:xfrm rot="16200000">
              <a:off x="1754302" y="2802395"/>
              <a:ext cx="612775" cy="411548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4115481 h 4115481"/>
                <a:gd name="connsiteX1" fmla="*/ 612775 w 612775"/>
                <a:gd name="connsiteY1" fmla="*/ 3180443 h 4115481"/>
                <a:gd name="connsiteX2" fmla="*/ 612775 w 612775"/>
                <a:gd name="connsiteY2" fmla="*/ 0 h 4115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4115481">
                  <a:moveTo>
                    <a:pt x="0" y="4115481"/>
                  </a:moveTo>
                  <a:lnTo>
                    <a:pt x="612775" y="3180443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rtl="0"/>
              <a:endParaRPr/>
            </a:p>
          </p:txBody>
        </p:sp>
        <p:sp>
          <p:nvSpPr>
            <p:cNvPr id="10" name="Forma Livre 9"/>
            <p:cNvSpPr/>
            <p:nvPr/>
          </p:nvSpPr>
          <p:spPr>
            <a:xfrm rot="16200000">
              <a:off x="1604659" y="3152814"/>
              <a:ext cx="410751" cy="3621427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  <a:gd name="connsiteX0" fmla="*/ 0 w 410751"/>
                <a:gd name="connsiteY0" fmla="*/ 3614170 h 3614170"/>
                <a:gd name="connsiteX1" fmla="*/ 410751 w 410751"/>
                <a:gd name="connsiteY1" fmla="*/ 2990994 h 3614170"/>
                <a:gd name="connsiteX2" fmla="*/ 405947 w 410751"/>
                <a:gd name="connsiteY2" fmla="*/ 0 h 3614170"/>
                <a:gd name="connsiteX0" fmla="*/ 0 w 410751"/>
                <a:gd name="connsiteY0" fmla="*/ 3621427 h 3621427"/>
                <a:gd name="connsiteX1" fmla="*/ 410751 w 410751"/>
                <a:gd name="connsiteY1" fmla="*/ 2998251 h 3621427"/>
                <a:gd name="connsiteX2" fmla="*/ 405947 w 410751"/>
                <a:gd name="connsiteY2" fmla="*/ 0 h 3621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621427">
                  <a:moveTo>
                    <a:pt x="0" y="3621427"/>
                  </a:moveTo>
                  <a:lnTo>
                    <a:pt x="410751" y="2998251"/>
                  </a:lnTo>
                  <a:cubicBezTo>
                    <a:pt x="410359" y="2065358"/>
                    <a:pt x="406339" y="932893"/>
                    <a:pt x="405947" y="0"/>
                  </a:cubicBez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rtl="0"/>
              <a:endParaRPr/>
            </a:p>
          </p:txBody>
        </p:sp>
        <p:sp>
          <p:nvSpPr>
            <p:cNvPr id="11" name="Forma Livre 10"/>
            <p:cNvSpPr/>
            <p:nvPr/>
          </p:nvSpPr>
          <p:spPr>
            <a:xfrm rot="16200000">
              <a:off x="1462308" y="3453376"/>
              <a:ext cx="241768" cy="31797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  <a:gd name="connsiteX0" fmla="*/ 0 w 241768"/>
                <a:gd name="connsiteY0" fmla="*/ 3179761 h 3179761"/>
                <a:gd name="connsiteX1" fmla="*/ 238919 w 241768"/>
                <a:gd name="connsiteY1" fmla="*/ 2819370 h 3179761"/>
                <a:gd name="connsiteX2" fmla="*/ 241754 w 241768"/>
                <a:gd name="connsiteY2" fmla="*/ 0 h 3179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1768" h="3179761">
                  <a:moveTo>
                    <a:pt x="0" y="3179761"/>
                  </a:moveTo>
                  <a:lnTo>
                    <a:pt x="238919" y="2819370"/>
                  </a:lnTo>
                  <a:cubicBezTo>
                    <a:pt x="238654" y="1947313"/>
                    <a:pt x="242019" y="872057"/>
                    <a:pt x="241754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rtl="0"/>
              <a:endParaRPr/>
            </a:p>
          </p:txBody>
        </p:sp>
      </p:grp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625176" y="584200"/>
            <a:ext cx="8735325" cy="2000251"/>
          </a:xfrm>
        </p:spPr>
        <p:txBody>
          <a:bodyPr rtlCol="0">
            <a:normAutofit/>
          </a:bodyPr>
          <a:lstStyle>
            <a:lvl1pPr algn="l" rtl="0">
              <a:defRPr sz="5400"/>
            </a:lvl1pPr>
          </a:lstStyle>
          <a:p>
            <a:pPr rtl="0"/>
            <a:r>
              <a:rPr lang="pt-BR"/>
              <a:t>Clique para editar o título Mestre</a:t>
            </a:r>
            <a:endParaRPr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625176" y="2616200"/>
            <a:ext cx="8735325" cy="175260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pt-BR"/>
              <a:t>Clique para editar o estilo do subtítulo Mestre</a:t>
            </a:r>
            <a:endParaRPr/>
          </a:p>
        </p:txBody>
      </p:sp>
      <p:sp>
        <p:nvSpPr>
          <p:cNvPr id="22" name="Espaço Reservado para Data 2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01/08/2016</a:t>
            </a:r>
            <a:endParaRPr/>
          </a:p>
        </p:txBody>
      </p:sp>
      <p:sp>
        <p:nvSpPr>
          <p:cNvPr id="23" name="Espaço Reservado para Rodapé 2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24" name="Espaço Reservado para o Número do Slide 2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47488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/>
              <a:t>Clique para editar o título Mestre</a:t>
            </a:r>
            <a:endParaRPr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5pPr algn="l" rtl="0">
              <a:defRPr/>
            </a:lvl5pPr>
            <a:lvl6pPr algn="l" rtl="0">
              <a:defRPr/>
            </a:lvl6pPr>
            <a:lvl7pPr algn="l" rtl="0">
              <a:defRPr/>
            </a:lvl7pPr>
            <a:lvl8pPr algn="l" rtl="0">
              <a:defRPr/>
            </a:lvl8pPr>
            <a:lvl9pPr algn="l" rtl="0">
              <a:defRPr/>
            </a:lvl9pPr>
          </a:lstStyle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01/08/2016</a:t>
            </a:r>
            <a:endParaRPr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06769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diagonai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2" name="Conector Reto 11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" name="Conector Reto 12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" name="Conector Reto 13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25177" y="2209801"/>
            <a:ext cx="8938472" cy="2764335"/>
          </a:xfrm>
        </p:spPr>
        <p:txBody>
          <a:bodyPr rtlCol="0" anchor="b">
            <a:normAutofit/>
          </a:bodyPr>
          <a:lstStyle>
            <a:lvl1pPr algn="l" rtl="0">
              <a:defRPr sz="5400" b="0" cap="none" baseline="0"/>
            </a:lvl1pPr>
          </a:lstStyle>
          <a:p>
            <a:pPr rtl="0"/>
            <a:r>
              <a:rPr lang="pt-BR"/>
              <a:t>Clique para editar o título Mestre</a:t>
            </a:r>
            <a:endParaRPr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625176" y="4951266"/>
            <a:ext cx="7069519" cy="1220933"/>
          </a:xfrm>
        </p:spPr>
        <p:txBody>
          <a:bodyPr rtlCol="0" anchor="t">
            <a:normAutofit/>
          </a:bodyPr>
          <a:lstStyle>
            <a:lvl1pPr marL="0" indent="0" algn="l" rtl="0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 algn="l" rtl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l" rtl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01/08/2016</a:t>
            </a:r>
            <a:endParaRPr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16330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is Conteú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/>
              <a:t>Clique para editar o título Mestre</a:t>
            </a:r>
            <a:endParaRPr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1218883" y="1706880"/>
            <a:ext cx="5078677" cy="4465320"/>
          </a:xfrm>
        </p:spPr>
        <p:txBody>
          <a:bodyPr rtlCol="0">
            <a:normAutofit/>
          </a:bodyPr>
          <a:lstStyle>
            <a:lvl1pPr algn="l" rtl="0">
              <a:defRPr sz="2800"/>
            </a:lvl1pPr>
            <a:lvl2pPr algn="l" rtl="0">
              <a:defRPr sz="2400"/>
            </a:lvl2pPr>
            <a:lvl3pPr algn="l" rtl="0">
              <a:defRPr sz="2000"/>
            </a:lvl3pPr>
            <a:lvl4pPr algn="l" rtl="0">
              <a:defRPr sz="2000"/>
            </a:lvl4pPr>
            <a:lvl5pPr algn="l" rtl="0">
              <a:defRPr sz="2000"/>
            </a:lvl5pPr>
            <a:lvl6pPr algn="l" rtl="0">
              <a:defRPr sz="2000"/>
            </a:lvl6pPr>
            <a:lvl7pPr algn="l" rtl="0">
              <a:defRPr sz="2000"/>
            </a:lvl7pPr>
            <a:lvl8pPr algn="l" rtl="0">
              <a:defRPr sz="2000" baseline="0"/>
            </a:lvl8pPr>
            <a:lvl9pPr algn="l" rtl="0">
              <a:defRPr sz="2000" baseline="0"/>
            </a:lvl9pPr>
          </a:lstStyle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500707" y="1706880"/>
            <a:ext cx="5078677" cy="4465320"/>
          </a:xfrm>
        </p:spPr>
        <p:txBody>
          <a:bodyPr rtlCol="0">
            <a:normAutofit/>
          </a:bodyPr>
          <a:lstStyle>
            <a:lvl1pPr algn="l" rtl="0">
              <a:defRPr sz="2800"/>
            </a:lvl1pPr>
            <a:lvl2pPr algn="l" rtl="0">
              <a:defRPr sz="2400"/>
            </a:lvl2pPr>
            <a:lvl3pPr algn="l" rtl="0">
              <a:defRPr sz="2000"/>
            </a:lvl3pPr>
            <a:lvl4pPr algn="l" rtl="0">
              <a:defRPr sz="2000"/>
            </a:lvl4pPr>
            <a:lvl5pPr algn="l" rtl="0">
              <a:defRPr sz="2000"/>
            </a:lvl5pPr>
            <a:lvl6pPr algn="l" rtl="0">
              <a:defRPr sz="2000"/>
            </a:lvl6pPr>
            <a:lvl7pPr algn="l" rtl="0">
              <a:defRPr sz="2000"/>
            </a:lvl7pPr>
            <a:lvl8pPr algn="l" rtl="0">
              <a:defRPr sz="2000"/>
            </a:lvl8pPr>
            <a:lvl9pPr algn="l" rtl="0">
              <a:defRPr sz="2000"/>
            </a:lvl9pPr>
          </a:lstStyle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01/08/2016</a:t>
            </a:r>
            <a:endParaRPr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57647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algn="l" rtl="0">
              <a:defRPr/>
            </a:lvl1pPr>
          </a:lstStyle>
          <a:p>
            <a:pPr rtl="0"/>
            <a:r>
              <a:rPr lang="pt-BR"/>
              <a:t>Clique para editar o título Mestre</a:t>
            </a:r>
            <a:endParaRPr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218883" y="1701800"/>
            <a:ext cx="5082740" cy="914400"/>
          </a:xfrm>
        </p:spPr>
        <p:txBody>
          <a:bodyPr rtlCol="0" anchor="b">
            <a:normAutofit/>
          </a:bodyPr>
          <a:lstStyle>
            <a:lvl1pPr marL="0" indent="0" algn="l" rtl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 algn="l" rtl="0">
              <a:buNone/>
              <a:defRPr sz="2700" b="1"/>
            </a:lvl2pPr>
            <a:lvl3pPr marL="1218987" indent="0" algn="l" rtl="0">
              <a:buNone/>
              <a:defRPr sz="2400" b="1"/>
            </a:lvl3pPr>
            <a:lvl4pPr marL="1828480" indent="0" algn="l" rtl="0">
              <a:buNone/>
              <a:defRPr sz="2100" b="1"/>
            </a:lvl4pPr>
            <a:lvl5pPr marL="2437973" indent="0" algn="l" rtl="0">
              <a:buNone/>
              <a:defRPr sz="2100" b="1"/>
            </a:lvl5pPr>
            <a:lvl6pPr marL="3047467" indent="0" algn="l" rtl="0">
              <a:buNone/>
              <a:defRPr sz="2100" b="1"/>
            </a:lvl6pPr>
            <a:lvl7pPr marL="3656960" indent="0" algn="l" rtl="0">
              <a:buNone/>
              <a:defRPr sz="2100" b="1"/>
            </a:lvl7pPr>
            <a:lvl8pPr marL="4266453" indent="0" algn="l" rtl="0">
              <a:buNone/>
              <a:defRPr sz="2100" b="1"/>
            </a:lvl8pPr>
            <a:lvl9pPr marL="4875947" indent="0" algn="l" rtl="0">
              <a:buNone/>
              <a:defRPr sz="2100" b="1"/>
            </a:lvl9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1218883" y="2717800"/>
            <a:ext cx="5078677" cy="3454400"/>
          </a:xfrm>
        </p:spPr>
        <p:txBody>
          <a:bodyPr rtlCol="0">
            <a:noAutofit/>
          </a:bodyPr>
          <a:lstStyle>
            <a:lvl1pPr algn="l" rtl="0">
              <a:defRPr sz="2800"/>
            </a:lvl1pPr>
            <a:lvl2pPr algn="l" rtl="0">
              <a:defRPr sz="2400"/>
            </a:lvl2pPr>
            <a:lvl3pPr algn="l" rtl="0">
              <a:defRPr sz="2000"/>
            </a:lvl3pPr>
            <a:lvl4pPr algn="l" rtl="0">
              <a:defRPr sz="2000"/>
            </a:lvl4pPr>
            <a:lvl5pPr algn="l" rtl="0">
              <a:defRPr sz="2000"/>
            </a:lvl5pPr>
            <a:lvl6pPr algn="l" rtl="0">
              <a:defRPr sz="2000"/>
            </a:lvl6pPr>
            <a:lvl7pPr algn="l" rtl="0">
              <a:defRPr sz="2000" baseline="0"/>
            </a:lvl7pPr>
            <a:lvl8pPr algn="l" rtl="0">
              <a:defRPr sz="2000" baseline="0"/>
            </a:lvl8pPr>
            <a:lvl9pPr algn="l" rtl="0">
              <a:defRPr sz="2000" baseline="0"/>
            </a:lvl9pPr>
          </a:lstStyle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496644" y="1701800"/>
            <a:ext cx="5082740" cy="914400"/>
          </a:xfrm>
        </p:spPr>
        <p:txBody>
          <a:bodyPr rtlCol="0" anchor="b">
            <a:normAutofit/>
          </a:bodyPr>
          <a:lstStyle>
            <a:lvl1pPr marL="0" indent="0" algn="l" rtl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 algn="l" rtl="0">
              <a:buNone/>
              <a:defRPr sz="2700" b="1"/>
            </a:lvl2pPr>
            <a:lvl3pPr marL="1218987" indent="0" algn="l" rtl="0">
              <a:buNone/>
              <a:defRPr sz="2400" b="1"/>
            </a:lvl3pPr>
            <a:lvl4pPr marL="1828480" indent="0" algn="l" rtl="0">
              <a:buNone/>
              <a:defRPr sz="2100" b="1"/>
            </a:lvl4pPr>
            <a:lvl5pPr marL="2437973" indent="0" algn="l" rtl="0">
              <a:buNone/>
              <a:defRPr sz="2100" b="1"/>
            </a:lvl5pPr>
            <a:lvl6pPr marL="3047467" indent="0" algn="l" rtl="0">
              <a:buNone/>
              <a:defRPr sz="2100" b="1"/>
            </a:lvl6pPr>
            <a:lvl7pPr marL="3656960" indent="0" algn="l" rtl="0">
              <a:buNone/>
              <a:defRPr sz="2100" b="1"/>
            </a:lvl7pPr>
            <a:lvl8pPr marL="4266453" indent="0" algn="l" rtl="0">
              <a:buNone/>
              <a:defRPr sz="2100" b="1"/>
            </a:lvl8pPr>
            <a:lvl9pPr marL="4875947" indent="0" algn="l" rtl="0">
              <a:buNone/>
              <a:defRPr sz="2100" b="1"/>
            </a:lvl9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500707" y="2717800"/>
            <a:ext cx="5078677" cy="3454400"/>
          </a:xfrm>
        </p:spPr>
        <p:txBody>
          <a:bodyPr rtlCol="0">
            <a:noAutofit/>
          </a:bodyPr>
          <a:lstStyle>
            <a:lvl1pPr algn="l" rtl="0">
              <a:defRPr sz="2800"/>
            </a:lvl1pPr>
            <a:lvl2pPr algn="l" rtl="0">
              <a:defRPr sz="2400"/>
            </a:lvl2pPr>
            <a:lvl3pPr algn="l" rtl="0">
              <a:defRPr sz="2000"/>
            </a:lvl3pPr>
            <a:lvl4pPr algn="l" rtl="0">
              <a:defRPr sz="2000"/>
            </a:lvl4pPr>
            <a:lvl5pPr algn="l" rtl="0">
              <a:defRPr sz="2000"/>
            </a:lvl5pPr>
            <a:lvl6pPr algn="l" rtl="0">
              <a:defRPr sz="2000" baseline="0"/>
            </a:lvl6pPr>
            <a:lvl7pPr algn="l" rtl="0">
              <a:defRPr sz="2000" baseline="0"/>
            </a:lvl7pPr>
            <a:lvl8pPr algn="l" rtl="0">
              <a:defRPr sz="2000" baseline="0"/>
            </a:lvl8pPr>
            <a:lvl9pPr algn="l" rtl="0">
              <a:defRPr sz="2000" baseline="0"/>
            </a:lvl9pPr>
          </a:lstStyle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01/08/2016</a:t>
            </a:r>
            <a:endParaRPr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9" name="Espaço Reservado para o Número do Slide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381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/>
              <a:t>Clique para editar o título Mestre</a:t>
            </a:r>
            <a:endParaRPr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01/08/2016</a:t>
            </a:r>
            <a:endParaRPr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15229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01/08/2016</a:t>
            </a:r>
            <a:endParaRPr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72478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rtlCol="0" anchor="b">
            <a:normAutofit/>
          </a:bodyPr>
          <a:lstStyle>
            <a:lvl1pPr algn="l" rtl="0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pPr rtl="0"/>
            <a:r>
              <a:rPr lang="pt-BR"/>
              <a:t>Clique para editar o título Mestre</a:t>
            </a:r>
            <a:endParaRPr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 rtlCol="0">
            <a:normAutofit/>
          </a:bodyPr>
          <a:lstStyle>
            <a:lvl1pPr marL="0" indent="0" algn="l" rtl="0">
              <a:buNone/>
              <a:defRPr sz="2000"/>
            </a:lvl1pPr>
            <a:lvl2pPr marL="609493" indent="0" algn="l" rtl="0">
              <a:buNone/>
              <a:defRPr sz="1600"/>
            </a:lvl2pPr>
            <a:lvl3pPr marL="1218987" indent="0" algn="l" rtl="0">
              <a:buNone/>
              <a:defRPr sz="1300"/>
            </a:lvl3pPr>
            <a:lvl4pPr marL="1828480" indent="0" algn="l" rtl="0">
              <a:buNone/>
              <a:defRPr sz="1200"/>
            </a:lvl4pPr>
            <a:lvl5pPr marL="2437973" indent="0" algn="l" rtl="0">
              <a:buNone/>
              <a:defRPr sz="1200"/>
            </a:lvl5pPr>
            <a:lvl6pPr marL="3047467" indent="0" algn="l" rtl="0">
              <a:buNone/>
              <a:defRPr sz="1200"/>
            </a:lvl6pPr>
            <a:lvl7pPr marL="3656960" indent="0" algn="l" rtl="0">
              <a:buNone/>
              <a:defRPr sz="1200"/>
            </a:lvl7pPr>
            <a:lvl8pPr marL="4266453" indent="0" algn="l" rtl="0">
              <a:buNone/>
              <a:defRPr sz="1200"/>
            </a:lvl8pPr>
            <a:lvl9pPr marL="4875947" indent="0" algn="l" rtl="0">
              <a:buNone/>
              <a:defRPr sz="1200"/>
            </a:lvl9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484971" y="584200"/>
            <a:ext cx="6094413" cy="5588000"/>
          </a:xfrm>
        </p:spPr>
        <p:txBody>
          <a:bodyPr rtlCol="0">
            <a:normAutofit/>
          </a:bodyPr>
          <a:lstStyle>
            <a:lvl1pPr algn="l" rtl="0">
              <a:defRPr sz="2800"/>
            </a:lvl1pPr>
            <a:lvl2pPr algn="l" rtl="0">
              <a:defRPr sz="2400"/>
            </a:lvl2pPr>
            <a:lvl3pPr algn="l" rtl="0">
              <a:defRPr sz="2000"/>
            </a:lvl3pPr>
            <a:lvl4pPr algn="l" rtl="0">
              <a:defRPr sz="2000"/>
            </a:lvl4pPr>
            <a:lvl5pPr algn="l" rtl="0">
              <a:defRPr sz="2000"/>
            </a:lvl5pPr>
            <a:lvl6pPr algn="l" rtl="0">
              <a:defRPr sz="2000"/>
            </a:lvl6pPr>
            <a:lvl7pPr algn="l" rtl="0">
              <a:defRPr sz="2000"/>
            </a:lvl7pPr>
            <a:lvl8pPr algn="l" rtl="0">
              <a:defRPr sz="2000" baseline="0"/>
            </a:lvl8pPr>
            <a:lvl9pPr algn="l" rtl="0">
              <a:defRPr sz="2000" baseline="0"/>
            </a:lvl9pPr>
          </a:lstStyle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01/08/2016</a:t>
            </a:r>
            <a:endParaRPr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18139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rtlCol="0" anchor="b">
            <a:normAutofit/>
          </a:bodyPr>
          <a:lstStyle>
            <a:lvl1pPr algn="l" rtl="0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pPr rtl="0"/>
            <a:r>
              <a:rPr lang="pt-BR"/>
              <a:t>Clique para editar o título Mestre</a:t>
            </a:r>
            <a:endParaRPr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 rtlCol="0">
            <a:normAutofit/>
          </a:bodyPr>
          <a:lstStyle>
            <a:lvl1pPr marL="0" indent="0" algn="l" rtl="0">
              <a:buNone/>
              <a:defRPr sz="2000"/>
            </a:lvl1pPr>
            <a:lvl2pPr marL="609493" indent="0" algn="l" rtl="0">
              <a:buNone/>
              <a:defRPr sz="1600"/>
            </a:lvl2pPr>
            <a:lvl3pPr marL="1218987" indent="0" algn="l" rtl="0">
              <a:buNone/>
              <a:defRPr sz="1300"/>
            </a:lvl3pPr>
            <a:lvl4pPr marL="1828480" indent="0" algn="l" rtl="0">
              <a:buNone/>
              <a:defRPr sz="1200"/>
            </a:lvl4pPr>
            <a:lvl5pPr marL="2437973" indent="0" algn="l" rtl="0">
              <a:buNone/>
              <a:defRPr sz="1200"/>
            </a:lvl5pPr>
            <a:lvl6pPr marL="3047467" indent="0" algn="l" rtl="0">
              <a:buNone/>
              <a:defRPr sz="1200"/>
            </a:lvl6pPr>
            <a:lvl7pPr marL="3656960" indent="0" algn="l" rtl="0">
              <a:buNone/>
              <a:defRPr sz="1200"/>
            </a:lvl7pPr>
            <a:lvl8pPr marL="4266453" indent="0" algn="l" rtl="0">
              <a:buNone/>
              <a:defRPr sz="1200"/>
            </a:lvl8pPr>
            <a:lvl9pPr marL="4875947" indent="0" algn="l" rtl="0">
              <a:buNone/>
              <a:defRPr sz="1200"/>
            </a:lvl9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3" name="Espaço Reservado para Imagem 2" descr="Um espaço reservado vazio para adicionar uma imagem. Clique no espaço reservado e selecione a imagem que você deseja adicionar."/>
          <p:cNvSpPr>
            <a:spLocks noGrp="1"/>
          </p:cNvSpPr>
          <p:nvPr>
            <p:ph type="pic" idx="1"/>
          </p:nvPr>
        </p:nvSpPr>
        <p:spPr>
          <a:xfrm>
            <a:off x="5484971" y="584200"/>
            <a:ext cx="6094413" cy="5588000"/>
          </a:xfrm>
          <a:ln w="12700">
            <a:solidFill>
              <a:schemeClr val="bg1">
                <a:lumMod val="75000"/>
                <a:lumOff val="25000"/>
              </a:schemeClr>
            </a:solidFill>
            <a:miter lim="800000"/>
          </a:ln>
        </p:spPr>
        <p:txBody>
          <a:bodyPr rtlCol="0">
            <a:normAutofit/>
          </a:bodyPr>
          <a:lstStyle>
            <a:lvl1pPr marL="0" indent="0" algn="l" rtl="0">
              <a:buNone/>
              <a:defRPr sz="2800"/>
            </a:lvl1pPr>
            <a:lvl2pPr marL="609493" indent="0" algn="l" rtl="0">
              <a:buNone/>
              <a:defRPr sz="3700"/>
            </a:lvl2pPr>
            <a:lvl3pPr marL="1218987" indent="0" algn="l" rtl="0">
              <a:buNone/>
              <a:defRPr sz="3200"/>
            </a:lvl3pPr>
            <a:lvl4pPr marL="1828480" indent="0" algn="l" rtl="0">
              <a:buNone/>
              <a:defRPr sz="2700"/>
            </a:lvl4pPr>
            <a:lvl5pPr marL="2437973" indent="0" algn="l" rtl="0">
              <a:buNone/>
              <a:defRPr sz="2700"/>
            </a:lvl5pPr>
            <a:lvl6pPr marL="3047467" indent="0" algn="l" rtl="0">
              <a:buNone/>
              <a:defRPr sz="2700"/>
            </a:lvl6pPr>
            <a:lvl7pPr marL="3656960" indent="0" algn="l" rtl="0">
              <a:buNone/>
              <a:defRPr sz="2700"/>
            </a:lvl7pPr>
            <a:lvl8pPr marL="4266453" indent="0" algn="l" rtl="0">
              <a:buNone/>
              <a:defRPr sz="2700"/>
            </a:lvl8pPr>
            <a:lvl9pPr marL="4875947" indent="0" algn="l" rtl="0">
              <a:buNone/>
              <a:defRPr sz="2700"/>
            </a:lvl9pPr>
          </a:lstStyle>
          <a:p>
            <a:pPr rtl="0"/>
            <a:r>
              <a:rPr lang="pt-BR"/>
              <a:t>Clique no ícone para adicionar uma imagem</a:t>
            </a:r>
            <a:endParaRPr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01/08/2016</a:t>
            </a:r>
            <a:endParaRPr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23431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/>
              <a:t>Clique para editar o título Mestre</a:t>
            </a:r>
            <a:endParaRPr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>
            <a:lvl5pPr algn="l" rtl="0">
              <a:defRPr/>
            </a:lvl5pPr>
            <a:lvl6pPr algn="l" rtl="0">
              <a:defRPr/>
            </a:lvl6pPr>
            <a:lvl7pPr algn="l" rtl="0">
              <a:defRPr/>
            </a:lvl7pPr>
            <a:lvl8pPr algn="l" rtl="0">
              <a:defRPr baseline="0"/>
            </a:lvl8pPr>
            <a:lvl9pPr algn="l" rtl="0">
              <a:defRPr baseline="0"/>
            </a:lvl9pPr>
          </a:lstStyle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01/08/2016</a:t>
            </a:r>
            <a:endParaRPr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96675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836898" y="584200"/>
            <a:ext cx="2742486" cy="5588000"/>
          </a:xfrm>
        </p:spPr>
        <p:txBody>
          <a:bodyPr vert="eaVert" rtlCol="0"/>
          <a:lstStyle/>
          <a:p>
            <a:pPr rtl="0"/>
            <a:r>
              <a:rPr lang="pt-BR"/>
              <a:t>Clique para editar o título Mestre</a:t>
            </a:r>
            <a:endParaRPr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1218882" y="584200"/>
            <a:ext cx="7414869" cy="5588000"/>
          </a:xfrm>
        </p:spPr>
        <p:txBody>
          <a:bodyPr vert="eaVert" rtlCol="0"/>
          <a:lstStyle>
            <a:lvl5pPr algn="l" rtl="0">
              <a:defRPr/>
            </a:lvl5pPr>
            <a:lvl6pPr algn="l" rtl="0">
              <a:defRPr/>
            </a:lvl6pPr>
            <a:lvl7pPr algn="l" rtl="0">
              <a:defRPr/>
            </a:lvl7pPr>
            <a:lvl8pPr algn="l" rtl="0">
              <a:defRPr/>
            </a:lvl8pPr>
            <a:lvl9pPr algn="l" rtl="0">
              <a:defRPr/>
            </a:lvl9pPr>
          </a:lstStyle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01/08/2016</a:t>
            </a:r>
            <a:endParaRPr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886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tint val="100000"/>
                <a:shade val="0"/>
                <a:satMod val="100000"/>
              </a:schemeClr>
            </a:gs>
            <a:gs pos="85000">
              <a:schemeClr val="bg2">
                <a:tint val="100000"/>
                <a:shade val="30000"/>
                <a:satMod val="100000"/>
              </a:schemeClr>
            </a:gs>
            <a:gs pos="100000">
              <a:schemeClr val="bg2">
                <a:shade val="60000"/>
                <a:satMod val="100000"/>
              </a:schemeClr>
            </a:gs>
          </a:gsLst>
          <a:lin ang="36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linhas à esquerda"/>
          <p:cNvGrpSpPr/>
          <p:nvPr/>
        </p:nvGrpSpPr>
        <p:grpSpPr>
          <a:xfrm>
            <a:off x="-15870" y="-3174"/>
            <a:ext cx="819993" cy="5229225"/>
            <a:chOff x="-11906" y="-2381"/>
            <a:chExt cx="615155" cy="3921919"/>
          </a:xfrm>
        </p:grpSpPr>
        <p:sp>
          <p:nvSpPr>
            <p:cNvPr id="10" name="Forma Livre 9"/>
            <p:cNvSpPr/>
            <p:nvPr/>
          </p:nvSpPr>
          <p:spPr>
            <a:xfrm>
              <a:off x="-9526" y="0"/>
              <a:ext cx="612775" cy="3919538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3919538">
                  <a:moveTo>
                    <a:pt x="0" y="3919538"/>
                  </a:moveTo>
                  <a:lnTo>
                    <a:pt x="612775" y="2984500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/>
            </a:p>
          </p:txBody>
        </p:sp>
        <p:sp>
          <p:nvSpPr>
            <p:cNvPr id="11" name="Forma Livre 10"/>
            <p:cNvSpPr/>
            <p:nvPr/>
          </p:nvSpPr>
          <p:spPr>
            <a:xfrm>
              <a:off x="-11906" y="0"/>
              <a:ext cx="410751" cy="3421856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421856">
                  <a:moveTo>
                    <a:pt x="0" y="3421856"/>
                  </a:moveTo>
                  <a:lnTo>
                    <a:pt x="410751" y="2798680"/>
                  </a:lnTo>
                  <a:lnTo>
                    <a:pt x="409575" y="0"/>
                  </a:ln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/>
            </a:p>
          </p:txBody>
        </p:sp>
        <p:sp>
          <p:nvSpPr>
            <p:cNvPr id="14" name="Forma Livre 13"/>
            <p:cNvSpPr/>
            <p:nvPr/>
          </p:nvSpPr>
          <p:spPr>
            <a:xfrm>
              <a:off x="-7144" y="-2381"/>
              <a:ext cx="238919" cy="29765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8919" h="2976561">
                  <a:moveTo>
                    <a:pt x="0" y="2976561"/>
                  </a:moveTo>
                  <a:lnTo>
                    <a:pt x="238919" y="2616170"/>
                  </a:lnTo>
                  <a:cubicBezTo>
                    <a:pt x="238654" y="1744113"/>
                    <a:pt x="238390" y="872057"/>
                    <a:pt x="238125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/>
            </a:p>
          </p:txBody>
        </p:sp>
      </p:grpSp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1223963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/>
          <a:p>
            <a:pPr rtl="0"/>
            <a:r>
              <a:rPr lang="pt-br"/>
              <a:t>Clique para editar o estilo de título Mestre</a:t>
            </a:r>
            <a:endParaRPr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218883" y="1701797"/>
            <a:ext cx="10360501" cy="4462272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 rtl="0"/>
            <a:r>
              <a:rPr lang="pt-br"/>
              <a:t>Editar estilos de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1218882" y="6356352"/>
            <a:ext cx="2234618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 rtl="0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en-US"/>
              <a:t>01/08/2016</a:t>
            </a:r>
            <a:endParaRPr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453501" y="6356352"/>
            <a:ext cx="5281824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ctr" rtl="0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10563649" y="6356352"/>
            <a:ext cx="1015735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 rtl="0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C014DD1E-5D91-48A3-AD6D-45FBA980D106}" type="slidenum">
              <a:rPr/>
              <a:pPr rtl="0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952758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1218987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47" indent="-304747" algn="l" defTabSz="1218987" rtl="0" eaLnBrk="1" latinLnBrk="0" hangingPunct="1">
        <a:lnSpc>
          <a:spcPct val="90000"/>
        </a:lnSpc>
        <a:spcBef>
          <a:spcPts val="1600"/>
        </a:spcBef>
        <a:buClr>
          <a:schemeClr val="accent1"/>
        </a:buClr>
        <a:buSzPct val="100000"/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4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1898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73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48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13322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243797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74272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pPr rtl="0"/>
            <a:r>
              <a:rPr lang="pt-br" dirty="0"/>
              <a:t>Case Técnico</a:t>
            </a:r>
          </a:p>
        </p:txBody>
      </p:sp>
      <p:sp>
        <p:nvSpPr>
          <p:cNvPr id="5" name="Subtítulo 4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/>
          </a:bodyPr>
          <a:lstStyle/>
          <a:p>
            <a:pPr rtl="0"/>
            <a:r>
              <a:rPr lang="pt-br" dirty="0"/>
              <a:t>Engenheiro de dados</a:t>
            </a:r>
          </a:p>
          <a:p>
            <a:pPr rtl="0"/>
            <a:endParaRPr lang="pt-BR" dirty="0"/>
          </a:p>
          <a:p>
            <a:pPr rtl="0"/>
            <a:r>
              <a:rPr lang="pt-BR"/>
              <a:t>Janaina </a:t>
            </a:r>
            <a:r>
              <a:rPr lang="pt-BR" dirty="0"/>
              <a:t>QUEIROZ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32291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ítulo 12"/>
          <p:cNvSpPr>
            <a:spLocks noGrp="1"/>
          </p:cNvSpPr>
          <p:nvPr>
            <p:ph type="title"/>
          </p:nvPr>
        </p:nvSpPr>
        <p:spPr>
          <a:xfrm>
            <a:off x="1053852" y="81949"/>
            <a:ext cx="10360501" cy="1223963"/>
          </a:xfrm>
        </p:spPr>
        <p:txBody>
          <a:bodyPr rtlCol="0"/>
          <a:lstStyle/>
          <a:p>
            <a:pPr rtl="0"/>
            <a:r>
              <a:rPr lang="pt-BR" dirty="0"/>
              <a:t>O</a:t>
            </a:r>
            <a:r>
              <a:rPr lang="pt-br" dirty="0"/>
              <a:t>bjetivo</a:t>
            </a:r>
            <a:endParaRPr lang="en-US" dirty="0"/>
          </a:p>
        </p:txBody>
      </p:sp>
      <p:sp>
        <p:nvSpPr>
          <p:cNvPr id="14" name="Espaço Reservado para Conteúdo 13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r>
              <a:rPr lang="pt-BR" dirty="0"/>
              <a:t>Desenvolver um pipeline de dados utilizando </a:t>
            </a:r>
            <a:r>
              <a:rPr lang="pt-BR" dirty="0" err="1"/>
              <a:t>Databricks</a:t>
            </a:r>
            <a:r>
              <a:rPr lang="pt-BR" dirty="0"/>
              <a:t>, </a:t>
            </a:r>
            <a:r>
              <a:rPr lang="pt-BR" dirty="0" err="1"/>
              <a:t>PySpark</a:t>
            </a:r>
            <a:r>
              <a:rPr lang="pt-BR" dirty="0"/>
              <a:t> e Delta Lake para ingestão, organização e preparação dos dados para consumo analítico.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9114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/>
          <p:cNvSpPr>
            <a:spLocks noGrp="1"/>
          </p:cNvSpPr>
          <p:nvPr>
            <p:ph type="title"/>
          </p:nvPr>
        </p:nvSpPr>
        <p:spPr>
          <a:xfrm>
            <a:off x="981844" y="332656"/>
            <a:ext cx="4062942" cy="1008112"/>
          </a:xfrm>
        </p:spPr>
        <p:txBody>
          <a:bodyPr rtlCol="0" anchor="b">
            <a:normAutofit/>
          </a:bodyPr>
          <a:lstStyle/>
          <a:p>
            <a:pPr rtl="0"/>
            <a:r>
              <a:rPr lang="pt-br" dirty="0"/>
              <a:t>Arquitetura proposta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8C24FFF3-39D9-C4AE-AB2C-FC888DE0B40F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3646140" y="220536"/>
            <a:ext cx="4283297" cy="6416927"/>
          </a:xfrm>
          <a:prstGeom prst="rect">
            <a:avLst/>
          </a:prstGeom>
          <a:noFill/>
        </p:spPr>
      </p:pic>
      <p:sp>
        <p:nvSpPr>
          <p:cNvPr id="6" name="Título 6">
            <a:extLst>
              <a:ext uri="{FF2B5EF4-FFF2-40B4-BE49-F238E27FC236}">
                <a16:creationId xmlns:a16="http://schemas.microsoft.com/office/drawing/2014/main" id="{4F8CA4BF-8006-1D38-C694-40BF2F03E4CC}"/>
              </a:ext>
            </a:extLst>
          </p:cNvPr>
          <p:cNvSpPr txBox="1">
            <a:spLocks/>
          </p:cNvSpPr>
          <p:nvPr/>
        </p:nvSpPr>
        <p:spPr>
          <a:xfrm>
            <a:off x="8562262" y="3395327"/>
            <a:ext cx="4062942" cy="936104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>
            <a:lvl1pPr algn="l" defTabSz="121898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0" kern="1200" cap="all" spc="20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dirty="0"/>
              <a:t>Tecnologias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76BD24B5-9D93-3009-A050-72303F0121E2}"/>
              </a:ext>
            </a:extLst>
          </p:cNvPr>
          <p:cNvSpPr txBox="1"/>
          <p:nvPr/>
        </p:nvSpPr>
        <p:spPr>
          <a:xfrm>
            <a:off x="8982576" y="4437112"/>
            <a:ext cx="289512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 err="1"/>
              <a:t>Databricks</a:t>
            </a:r>
            <a:endParaRPr lang="pt-BR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 err="1"/>
              <a:t>PySpark</a:t>
            </a:r>
            <a:r>
              <a:rPr lang="pt-BR" dirty="0"/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/>
              <a:t>Delta Lake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 err="1"/>
              <a:t>Git</a:t>
            </a:r>
            <a:r>
              <a:rPr lang="pt-BR" dirty="0"/>
              <a:t>/GitHub</a:t>
            </a:r>
          </a:p>
        </p:txBody>
      </p:sp>
    </p:spTree>
    <p:extLst>
      <p:ext uri="{BB962C8B-B14F-4D97-AF65-F5344CB8AC3E}">
        <p14:creationId xmlns:p14="http://schemas.microsoft.com/office/powerpoint/2010/main" val="1484811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dirty="0"/>
              <a:t>O que foi construído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1218883" y="1706880"/>
            <a:ext cx="8331913" cy="4465320"/>
          </a:xfrm>
        </p:spPr>
        <p:txBody>
          <a:bodyPr rtlCol="0"/>
          <a:lstStyle/>
          <a:p>
            <a:pPr rtl="0"/>
            <a:r>
              <a:rPr lang="pt-br" dirty="0"/>
              <a:t>Leitura dos arquivos disponibilizados</a:t>
            </a:r>
          </a:p>
          <a:p>
            <a:r>
              <a:rPr lang="pt-BR" dirty="0"/>
              <a:t>Análise exploratória dos dados</a:t>
            </a:r>
          </a:p>
          <a:p>
            <a:r>
              <a:rPr lang="pt-BR" dirty="0"/>
              <a:t>Identificação de inconsistências</a:t>
            </a:r>
          </a:p>
          <a:p>
            <a:r>
              <a:rPr lang="pt-BR" dirty="0"/>
              <a:t>Estruturação do </a:t>
            </a:r>
            <a:r>
              <a:rPr lang="pt-BR" dirty="0" err="1"/>
              <a:t>pepiline</a:t>
            </a:r>
            <a:r>
              <a:rPr lang="pt-BR" dirty="0"/>
              <a:t> de ingestão</a:t>
            </a:r>
          </a:p>
          <a:p>
            <a:r>
              <a:rPr lang="pt-BR" dirty="0"/>
              <a:t>Dados </a:t>
            </a:r>
            <a:r>
              <a:rPr lang="pt-br" dirty="0"/>
              <a:t>em formato delta</a:t>
            </a:r>
          </a:p>
          <a:p>
            <a:pPr rtl="0"/>
            <a:r>
              <a:rPr lang="pt-BR" dirty="0"/>
              <a:t>O</a:t>
            </a:r>
            <a:r>
              <a:rPr lang="pt-br" dirty="0"/>
              <a:t>rganização do projeto no GitHub</a:t>
            </a:r>
          </a:p>
        </p:txBody>
      </p:sp>
    </p:spTree>
    <p:extLst>
      <p:ext uri="{BB962C8B-B14F-4D97-AF65-F5344CB8AC3E}">
        <p14:creationId xmlns:p14="http://schemas.microsoft.com/office/powerpoint/2010/main" val="2341911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76696" y="73819"/>
            <a:ext cx="10360501" cy="978918"/>
          </a:xfrm>
        </p:spPr>
        <p:txBody>
          <a:bodyPr rtlCol="0"/>
          <a:lstStyle/>
          <a:p>
            <a:pPr rtl="0"/>
            <a:r>
              <a:rPr lang="pt-BR" dirty="0"/>
              <a:t>Principais decisões técnicas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1176696" y="1196752"/>
            <a:ext cx="10852195" cy="5400600"/>
          </a:xfrm>
        </p:spPr>
        <p:txBody>
          <a:bodyPr rtlCol="0">
            <a:normAutofit fontScale="77500" lnSpcReduction="20000"/>
          </a:bodyPr>
          <a:lstStyle/>
          <a:p>
            <a:r>
              <a:rPr lang="pt-BR" b="1" dirty="0"/>
              <a:t>Organização em camadas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pt-BR" dirty="0"/>
              <a:t>Separação entre ingestão, tratamento e consumo analítico para facilitar manutenção e evolução do pipeline.</a:t>
            </a:r>
          </a:p>
          <a:p>
            <a:r>
              <a:rPr lang="pt-BR" b="1" dirty="0"/>
              <a:t>Preservação dos dados originais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pt-BR" dirty="0"/>
              <a:t>Os dados foram armazenados sem alterações na camada Bronze para garantir rastreabilidade e permitir reprocessamentos.</a:t>
            </a:r>
          </a:p>
          <a:p>
            <a:r>
              <a:rPr lang="pt-BR" b="1" dirty="0"/>
              <a:t>Utilização do Delta Lake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pt-BR" dirty="0"/>
              <a:t>Escolhido como formato de armazenamento por oferecer maior confiabilidade e melhor integração com o </a:t>
            </a:r>
            <a:r>
              <a:rPr lang="pt-BR" dirty="0" err="1"/>
              <a:t>Databricks</a:t>
            </a:r>
            <a:r>
              <a:rPr lang="pt-BR" dirty="0"/>
              <a:t>.</a:t>
            </a:r>
          </a:p>
          <a:p>
            <a:r>
              <a:rPr lang="pt-BR" b="1" dirty="0"/>
              <a:t>Padronização dos dados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pt-BR" dirty="0"/>
              <a:t>Planejamento de conversão de tipos, normalização de colunas e tratamento de inconsistências para a camada Silver.</a:t>
            </a:r>
          </a:p>
        </p:txBody>
      </p:sp>
    </p:spTree>
    <p:extLst>
      <p:ext uri="{BB962C8B-B14F-4D97-AF65-F5344CB8AC3E}">
        <p14:creationId xmlns:p14="http://schemas.microsoft.com/office/powerpoint/2010/main" val="4123189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2119C8-3467-66CD-01BA-4C447B51A6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D19122-66C9-C2E6-4730-D29A3F7278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3462" y="79891"/>
            <a:ext cx="10360501" cy="900014"/>
          </a:xfrm>
        </p:spPr>
        <p:txBody>
          <a:bodyPr rtlCol="0"/>
          <a:lstStyle/>
          <a:p>
            <a:pPr rtl="0"/>
            <a:r>
              <a:rPr lang="pt-BR" dirty="0"/>
              <a:t>Principais desafios encontrados</a:t>
            </a:r>
            <a:endParaRPr lang="pt-br" dirty="0"/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0AD78499-10CE-1B41-6010-58018F7D08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0055" y="1340768"/>
            <a:ext cx="10636169" cy="446532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pt-BR" dirty="0"/>
              <a:t>Durante a análise exploratória foram identificados:</a:t>
            </a:r>
          </a:p>
          <a:p>
            <a:r>
              <a:rPr lang="pt-BR" dirty="0"/>
              <a:t>diferentes formatos de datas; </a:t>
            </a:r>
          </a:p>
          <a:p>
            <a:r>
              <a:rPr lang="pt-BR" dirty="0"/>
              <a:t>tipos de dados inconsistentes; </a:t>
            </a:r>
          </a:p>
          <a:p>
            <a:r>
              <a:rPr lang="pt-BR" dirty="0"/>
              <a:t>valores nulos; </a:t>
            </a:r>
          </a:p>
          <a:p>
            <a:r>
              <a:rPr lang="pt-BR" dirty="0"/>
              <a:t>campos aninhados;</a:t>
            </a:r>
          </a:p>
          <a:p>
            <a:r>
              <a:rPr lang="pt-BR" dirty="0"/>
              <a:t>Diferentes formatos de arquivos</a:t>
            </a:r>
          </a:p>
          <a:p>
            <a:r>
              <a:rPr lang="pt-BR" dirty="0"/>
              <a:t>necessidade de compreender regras de negócio antes da transformação. </a:t>
            </a:r>
          </a:p>
          <a:p>
            <a:pPr>
              <a:lnSpc>
                <a:spcPct val="120000"/>
              </a:lnSpc>
            </a:pPr>
            <a:r>
              <a:rPr lang="pt-BR" dirty="0"/>
              <a:t>Além disso, devido ao tempo disponível para o desenvolvimento do case, foi necessário priorizar a implementação da ingestão e da camada Bronze para entender os dados em profundidade, seus formatos, conteúdos e relacionamentos.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077445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9EFDEF-D325-F67C-3DF5-89EF97C750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EF65C7-E9D0-F00A-158A-830E633A7A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5860" y="165540"/>
            <a:ext cx="10360501" cy="850107"/>
          </a:xfrm>
        </p:spPr>
        <p:txBody>
          <a:bodyPr rtlCol="0"/>
          <a:lstStyle/>
          <a:p>
            <a:pPr rtl="0"/>
            <a:r>
              <a:rPr lang="pt-BR" dirty="0"/>
              <a:t>Visão geral do modelo de dados final</a:t>
            </a:r>
            <a:endParaRPr lang="pt-br" dirty="0"/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54F1E2FA-F638-8A7E-CCF5-E7E4CB26C3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25860" y="1196340"/>
            <a:ext cx="10657184" cy="5256996"/>
          </a:xfrm>
        </p:spPr>
        <p:txBody>
          <a:bodyPr>
            <a:normAutofit fontScale="77500" lnSpcReduction="20000"/>
          </a:bodyPr>
          <a:lstStyle/>
          <a:p>
            <a:r>
              <a:rPr lang="pt-BR" dirty="0"/>
              <a:t>Modelo dimensional </a:t>
            </a:r>
          </a:p>
          <a:p>
            <a:pPr marL="0" indent="0">
              <a:buNone/>
            </a:pPr>
            <a:r>
              <a:rPr lang="pt-BR" dirty="0"/>
              <a:t>(Camada Gold)</a:t>
            </a:r>
          </a:p>
          <a:p>
            <a:endParaRPr lang="pt-BR" b="1" dirty="0"/>
          </a:p>
          <a:p>
            <a:endParaRPr lang="pt-BR" b="1" dirty="0"/>
          </a:p>
          <a:p>
            <a:endParaRPr lang="pt-BR" b="1" dirty="0"/>
          </a:p>
          <a:p>
            <a:endParaRPr lang="pt-BR" b="1" dirty="0"/>
          </a:p>
          <a:p>
            <a:endParaRPr lang="pt-BR" b="1" dirty="0"/>
          </a:p>
          <a:p>
            <a:pPr marL="0" indent="0">
              <a:buNone/>
            </a:pPr>
            <a:r>
              <a:rPr lang="pt-BR" dirty="0"/>
              <a:t>Objetivo:</a:t>
            </a:r>
          </a:p>
          <a:p>
            <a:pPr>
              <a:lnSpc>
                <a:spcPct val="120000"/>
              </a:lnSpc>
            </a:pPr>
            <a:r>
              <a:rPr lang="pt-BR" dirty="0"/>
              <a:t>Organizar os dados em </a:t>
            </a:r>
            <a:r>
              <a:rPr lang="pt-BR" b="1" dirty="0"/>
              <a:t>tabelas</a:t>
            </a:r>
            <a:r>
              <a:rPr lang="pt-BR" dirty="0"/>
              <a:t> de </a:t>
            </a:r>
            <a:r>
              <a:rPr lang="pt-BR" b="1" dirty="0"/>
              <a:t>fatos</a:t>
            </a:r>
            <a:r>
              <a:rPr lang="pt-BR" dirty="0"/>
              <a:t> e </a:t>
            </a:r>
            <a:r>
              <a:rPr lang="pt-BR" b="1" dirty="0"/>
              <a:t>dimensões</a:t>
            </a:r>
            <a:r>
              <a:rPr lang="pt-BR" dirty="0"/>
              <a:t> para facilitar análises. Reduzir a complexidade das consultas analíticas. Disponibilizar uma estrutura preparada para ferramentas de BI e geração de indicadores. Facilitar a evolução do modelo com a inclusão de novas dimensões e fatos.</a:t>
            </a: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AE70F3CB-3AFF-16D8-FB9F-29654D7742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5746" y="1412776"/>
            <a:ext cx="6210615" cy="2736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6440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636F46-9D33-6D27-C06C-2D97B79C56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283BDB-127B-37ED-AC1C-FC41899435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850107"/>
          </a:xfrm>
        </p:spPr>
        <p:txBody>
          <a:bodyPr rtlCol="0"/>
          <a:lstStyle/>
          <a:p>
            <a:pPr rtl="0"/>
            <a:r>
              <a:rPr lang="pt-BR" dirty="0"/>
              <a:t>Próximos passos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AC846CF-2ABF-8477-8F99-BF8CCA32EF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18883" y="1628800"/>
            <a:ext cx="10132113" cy="4465320"/>
          </a:xfrm>
        </p:spPr>
        <p:txBody>
          <a:bodyPr rtlCol="0">
            <a:normAutofit fontScale="92500" lnSpcReduction="10000"/>
          </a:bodyPr>
          <a:lstStyle/>
          <a:p>
            <a:r>
              <a:rPr lang="pt-BR" dirty="0"/>
              <a:t>conclusão da camada Bronze para todas as fontes;</a:t>
            </a:r>
          </a:p>
          <a:p>
            <a:r>
              <a:rPr lang="pt-BR" dirty="0"/>
              <a:t>conclusão da camada Silver para todas as fontes;</a:t>
            </a:r>
          </a:p>
          <a:p>
            <a:r>
              <a:rPr lang="pt-BR" dirty="0"/>
              <a:t>implementação completa da camada Gold;</a:t>
            </a:r>
          </a:p>
          <a:p>
            <a:r>
              <a:rPr lang="pt-BR" dirty="0"/>
              <a:t>validações automatizadas de qualidade dos dados, para garantir que os dados atendem aos requisitos mínimos antes de serem disponibilizados para consumo;</a:t>
            </a:r>
          </a:p>
          <a:p>
            <a:r>
              <a:rPr lang="pt-BR" dirty="0"/>
              <a:t>construção do modelo dimensional;</a:t>
            </a:r>
          </a:p>
          <a:p>
            <a:r>
              <a:rPr lang="pt-BR" dirty="0"/>
              <a:t>criação das tabelas fato e dimensões;</a:t>
            </a:r>
          </a:p>
          <a:p>
            <a:r>
              <a:rPr lang="pt-BR" dirty="0"/>
              <a:t>documentar regras de negócio e catálogo de dados;</a:t>
            </a:r>
          </a:p>
          <a:p>
            <a:pPr rt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753485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cnologia 16x9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>
    <a:spDef>
      <a:spPr/>
      <a:bodyPr rtlCol="0" anchor="ctr"/>
      <a:lstStyle>
        <a:defPPr algn="ctr">
          <a:defRPr sz="28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80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_9533214_TF02787990" id="{E2EB6F66-559D-4935-B0FE-CC1100470BBA}" vid="{EDFAEEEF-A820-4D8D-8A70-9CA9D460C139}"/>
    </a:ext>
  </a:extLst>
</a:theme>
</file>

<file path=ppt/theme/theme2.xml><?xml version="1.0" encoding="utf-8"?>
<a:theme xmlns:a="http://schemas.openxmlformats.org/drawingml/2006/main" name="Tema do Offic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ocPublishedLinkedAssetsLookup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LocLastLocAttemptVersionTypeLookup xmlns="4873beb7-5857-4685-be1f-d57550cc96cc" xsi:nil="true"/>
    <DirectSourceMarket xmlns="4873beb7-5857-4685-be1f-d57550cc96cc" xsi:nil="true"/>
    <ThumbnailAssetId xmlns="4873beb7-5857-4685-be1f-d57550cc96cc" xsi:nil="true"/>
    <PrimaryImageGen xmlns="4873beb7-5857-4685-be1f-d57550cc96cc">false</PrimaryImageGen>
    <LocNewPublishedVersionLookup xmlns="4873beb7-5857-4685-be1f-d57550cc96cc" xsi:nil="true"/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LocOverallPublishStatusLookup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LocOverallLocStatusLookup xmlns="4873beb7-5857-4685-be1f-d57550cc96cc" xsi:nil="true"/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1345093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>This simple template design works for technology and  businesses, but it's versatile enough to use in other contexts.  It features multiple slide layouts designed for widescreen (16x9 resolution) and includes a sample SmartArt list and chart that are easily editable.</APDescription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2011-11-26T00:30:00+00:00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TemplateStatus xmlns="4873beb7-5857-4685-be1f-d57550cc96cc">Complete</TemplateStatus>
    <Downloads xmlns="4873beb7-5857-4685-be1f-d57550cc96cc">0</Downloads>
    <OOCacheId xmlns="4873beb7-5857-4685-be1f-d57550cc96cc" xsi:nil="true"/>
    <IsDeleted xmlns="4873beb7-5857-4685-be1f-d57550cc96cc">false</IsDeleted>
    <LocPublishedDependentAssetsLookup xmlns="4873beb7-5857-4685-be1f-d57550cc96cc" xsi:nil="true"/>
    <TPExecutable xmlns="4873beb7-5857-4685-be1f-d57550cc96cc" xsi:nil="true"/>
    <EditorialTags xmlns="4873beb7-5857-4685-be1f-d57550cc96cc" xsi:nil="true"/>
    <SubmitterId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TP102787989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694266</LocLastLocAttemptVersionLookup>
    <LocProcessedForHandoffsLookup xmlns="4873beb7-5857-4685-be1f-d57550cc96cc" xsi:nil="true"/>
    <IsSearchable xmlns="4873beb7-5857-4685-be1f-d57550cc96cc">true</IsSearchable>
    <TemplateTemplateType xmlns="4873beb7-5857-4685-be1f-d57550cc96cc">PowerPoint Presentation Template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LocOverallPreviewStatusLookup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 xsi:nil="true"/>
    <OutputCachingOn xmlns="4873beb7-5857-4685-be1f-d57550cc96cc">false</OutputCachingOn>
    <AverageRating xmlns="4873beb7-5857-4685-be1f-d57550cc96cc" xsi:nil="true"/>
    <APAuthor xmlns="4873beb7-5857-4685-be1f-d57550cc96cc">
      <UserInfo>
        <DisplayName>REDMOND\kristaa</DisplayName>
        <AccountId>136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LocProcessedForMarketsLookup xmlns="4873beb7-5857-4685-be1f-d57550cc96cc" xsi:nil="true"/>
    <TPLaunchHelpLinkType xmlns="4873beb7-5857-4685-be1f-d57550cc96cc">Template</TPLaunchHelpLinkType>
    <OriginalRelease xmlns="4873beb7-5857-4685-be1f-d57550cc96cc">15</OriginalRelease>
    <LocalizationTagsTaxHTField0 xmlns="4873beb7-5857-4685-be1f-d57550cc96cc">
      <Terms xmlns="http://schemas.microsoft.com/office/infopath/2007/PartnerControls"/>
    </LocalizationTagsTaxHTField0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LocOverallHandbackStatusLookup xmlns="4873beb7-5857-4685-be1f-d57550cc96cc" xsi:nil="true"/>
    <ShowIn xmlns="4873beb7-5857-4685-be1f-d57550cc96cc">Show everywhere</ShowIn>
    <UANotes xmlns="4873beb7-5857-4685-be1f-d57550cc96cc" xsi:nil="true"/>
    <InternalTagsTaxHTField0 xmlns="4873beb7-5857-4685-be1f-d57550cc96cc">
      <Terms xmlns="http://schemas.microsoft.com/office/infopath/2007/PartnerControls"/>
    </InternalTagsTaxHTField0>
    <CSXHash xmlns="4873beb7-5857-4685-be1f-d57550cc96cc" xsi:nil="true"/>
    <VoteCount xmlns="4873beb7-5857-4685-be1f-d57550cc96cc" xsi:nil="true"/>
    <AssetExpire xmlns="4873beb7-5857-4685-be1f-d57550cc96cc">2029-05-12T07:00:00+00:00</AssetExpire>
    <DSATActionTaken xmlns="4873beb7-5857-4685-be1f-d57550cc96cc" xsi:nil="true"/>
    <CSXSubmissionMarket xmlns="4873beb7-5857-4685-be1f-d57550cc96cc" xsi:nil="true"/>
    <LocMarketGroupTiers2 xmlns="4873beb7-5857-4685-be1f-d57550cc96cc" xsi:nil="true"/>
  </documentManagement>
</p:properties>
</file>

<file path=customXml/itemProps1.xml><?xml version="1.0" encoding="utf-8"?>
<ds:datastoreItem xmlns:ds="http://schemas.openxmlformats.org/officeDocument/2006/customXml" ds:itemID="{3836F65B-1B07-41EE-A0E8-BC6EF385522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09BF4D4-EF60-4196-BFC3-9462D607978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0C67BEE-D13F-4BD2-98A5-34D8A0977F68}">
  <ds:schemaRefs>
    <ds:schemaRef ds:uri="4873beb7-5857-4685-be1f-d57550cc96cc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Apresentação com linhas de circuito triplas (widescreen)</Template>
  <TotalTime>59</TotalTime>
  <Words>368</Words>
  <Application>Microsoft Office PowerPoint</Application>
  <PresentationFormat>Personalizar</PresentationFormat>
  <Paragraphs>59</Paragraphs>
  <Slides>8</Slides>
  <Notes>4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1" baseType="lpstr">
      <vt:lpstr>Arial</vt:lpstr>
      <vt:lpstr>Calibri</vt:lpstr>
      <vt:lpstr>Tecnologia 16x9</vt:lpstr>
      <vt:lpstr>Case Técnico</vt:lpstr>
      <vt:lpstr>Objetivo</vt:lpstr>
      <vt:lpstr>Arquitetura proposta</vt:lpstr>
      <vt:lpstr>O que foi construído</vt:lpstr>
      <vt:lpstr>Principais decisões técnicas</vt:lpstr>
      <vt:lpstr>Principais desafios encontrados</vt:lpstr>
      <vt:lpstr>Visão geral do modelo de dados final</vt:lpstr>
      <vt:lpstr>Próximos passos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JANAINA QUEIROZ</dc:creator>
  <cp:lastModifiedBy>JANAINA QUEIROZ</cp:lastModifiedBy>
  <cp:revision>1</cp:revision>
  <dcterms:created xsi:type="dcterms:W3CDTF">2026-07-02T15:52:51Z</dcterms:created>
  <dcterms:modified xsi:type="dcterms:W3CDTF">2026-07-02T16:52:12Z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</Properties>
</file>